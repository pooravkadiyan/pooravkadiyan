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cover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97280"/>
            <a:ext cx="5669280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7F3C"/>
                </a:solidFill>
                <a:latin typeface="Calibri"/>
              </a:rPr>
              <a:t>Grade 7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Advanced Search
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4EBE4"/>
                </a:solidFill>
                <a:latin typeface="Calibri"/>
              </a:rPr>
              <a:t>Find better answers online — the smart way!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Simple tips to search like a 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We’ll Learn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Why better searching helps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36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72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AND, OR, and NOT 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15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Quotes and star tricks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423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79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15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Cool Google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58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Where to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66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22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858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Follow the book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09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001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Is this website true?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709160"/>
            <a:ext cx="54864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9651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7F3C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01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2E32"/>
                </a:solidFill>
                <a:latin typeface="Calibri"/>
              </a:rPr>
              <a:t>Try it yourself!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Search Skills Matter</a:t>
            </a:r>
          </a:p>
        </p:txBody>
      </p:sp>
      <p:pic>
        <p:nvPicPr>
          <p:cNvPr id="6" name="Picture 5" descr="02-why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280160"/>
            <a:ext cx="56692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Searching isn’t just typing words!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Google shows millions of results.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Many of them are ads or junk.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Smart search = better homework help.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You save time and find real facts.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This skill helps you forever!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Magic Words: AND · OR · NOT</a:t>
            </a:r>
          </a:p>
        </p:txBody>
      </p:sp>
      <p:pic>
        <p:nvPicPr>
          <p:cNvPr id="6" name="Picture 5" descr="03-boo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30352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4348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3657600" cy="41148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Puts ideas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32"/>
                </a:solidFill>
                <a:latin typeface="Calibri"/>
              </a:rPr>
              <a:t>dogs AND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4348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434840"/>
            <a:ext cx="3657600" cy="41148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480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Gives you more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303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32"/>
                </a:solidFill>
                <a:latin typeface="Calibri"/>
              </a:rPr>
              <a:t>kids OR children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4348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434840"/>
            <a:ext cx="3657600" cy="411480"/>
          </a:xfrm>
          <a:prstGeom prst="rect">
            <a:avLst/>
          </a:prstGeom>
          <a:solidFill>
            <a:srgbClr val="F07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480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937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Takes something 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303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32"/>
                </a:solidFill>
                <a:latin typeface="Calibri"/>
              </a:rPr>
              <a:t>jaguar NOT car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188720"/>
            <a:ext cx="57607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8A7A"/>
                </a:solidFill>
                <a:latin typeface="Calibri"/>
              </a:rPr>
              <a:t>Think of it like this: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0116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AND = both words must show up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OR = either word is okay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NOT = don’t show me that!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Quotes " " and the Star *</a:t>
            </a:r>
          </a:p>
        </p:txBody>
      </p:sp>
      <p:pic>
        <p:nvPicPr>
          <p:cNvPr id="6" name="Picture 5" descr="04-phr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234440"/>
            <a:ext cx="5669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Use quotes for exact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E32"/>
                </a:solidFill>
                <a:latin typeface="Calibri"/>
              </a:rPr>
              <a:t>"global warming"
This keeps the words stuck together —
in that exact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6692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7F3C"/>
                </a:solidFill>
                <a:latin typeface="Calibri"/>
              </a:rPr>
              <a:t>Use a star * for word endings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E32"/>
                </a:solidFill>
                <a:latin typeface="Calibri"/>
              </a:rPr>
              <a:t>teach*
Finds: teach, teacher, teaching,
teachers… all at once!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Cool Google Tricks</a:t>
            </a:r>
          </a:p>
        </p:txBody>
      </p:sp>
      <p:pic>
        <p:nvPicPr>
          <p:cNvPr id="6" name="Picture 5" descr="05-op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1206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234440"/>
            <a:ext cx="6035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399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site:.edu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32"/>
                </a:solidFill>
                <a:latin typeface="Calibri"/>
              </a:rPr>
              <a:t>Search school websites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377440"/>
            <a:ext cx="6035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542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filetype:pdf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80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32"/>
                </a:solidFill>
                <a:latin typeface="Calibri"/>
              </a:rPr>
              <a:t>Find PDF files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520440"/>
            <a:ext cx="6035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685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intitle: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32"/>
                </a:solidFill>
                <a:latin typeface="Calibri"/>
              </a:rPr>
              <a:t>Word must be in the title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663440"/>
            <a:ext cx="6035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828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-word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32"/>
                </a:solidFill>
                <a:latin typeface="Calibri"/>
              </a:rPr>
              <a:t>Hide a word you don’t want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Where Should You Search?</a:t>
            </a:r>
          </a:p>
        </p:txBody>
      </p:sp>
      <p:pic>
        <p:nvPicPr>
          <p:cNvPr id="6" name="Picture 5" descr="06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28016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4A"/>
                </a:solidFill>
                <a:latin typeface="Calibri"/>
              </a:rPr>
              <a:t>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E6668"/>
                </a:solidFill>
                <a:latin typeface="Calibri"/>
              </a:rPr>
              <a:t>Good for everyday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4A"/>
                </a:solidFill>
                <a:latin typeface="Calibri"/>
              </a:rPr>
              <a:t>Google Scholar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E6668"/>
                </a:solidFill>
                <a:latin typeface="Calibri"/>
              </a:rPr>
              <a:t>Better for school research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4A"/>
                </a:solidFill>
                <a:latin typeface="Calibri"/>
              </a:rPr>
              <a:t>Library / databases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E6668"/>
                </a:solidFill>
                <a:latin typeface="Calibri"/>
              </a:rPr>
              <a:t>Books &amp; articles your school trusts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6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73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4A"/>
                </a:solidFill>
                <a:latin typeface="Calibri"/>
              </a:rPr>
              <a:t>Kid-safe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E6668"/>
                </a:solidFill>
                <a:latin typeface="Calibri"/>
              </a:rPr>
              <a:t>.edu, museums, NASA, Britannica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Follow the Trail of Good Sources</a:t>
            </a:r>
          </a:p>
        </p:txBody>
      </p:sp>
      <p:pic>
        <p:nvPicPr>
          <p:cNvPr id="6" name="Picture 5" descr="07-c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280160"/>
            <a:ext cx="566928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8A7A"/>
                </a:solidFill>
                <a:latin typeface="Calibri"/>
              </a:rPr>
              <a:t>Found one great article?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Look at its Sources or References.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Those books and links can help too!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In Google Scholar, click “Cited by.”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That shows newer papers that used it.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2E32"/>
                </a:solidFill>
                <a:latin typeface="Calibri"/>
              </a:rPr>
              <a:t>•  It’s like a treasure map of ideas!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Stop! Can You Trust This?</a:t>
            </a:r>
          </a:p>
        </p:txBody>
      </p:sp>
      <p:pic>
        <p:nvPicPr>
          <p:cNvPr id="6" name="Picture 5" descr="08-evalu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23444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7F3C"/>
                </a:solidFill>
                <a:latin typeface="Calibri"/>
              </a:rPr>
              <a:t>Who made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32"/>
                </a:solidFill>
                <a:latin typeface="Calibri"/>
              </a:rPr>
              <a:t>A teacher, scientist, or just a random blog?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7F3C"/>
                </a:solidFill>
                <a:latin typeface="Calibri"/>
              </a:rPr>
              <a:t>Is it true?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32"/>
                </a:solidFill>
                <a:latin typeface="Calibri"/>
              </a:rPr>
              <a:t>Does it give facts and sources?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7F3C"/>
                </a:solidFill>
                <a:latin typeface="Calibri"/>
              </a:rPr>
              <a:t>Is it fresh?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32"/>
                </a:solidFill>
                <a:latin typeface="Calibri"/>
              </a:rPr>
              <a:t>Old news may not help anymore.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56692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7F3C"/>
                </a:solidFill>
                <a:latin typeface="Calibri"/>
              </a:rPr>
              <a:t>Why was it made?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32"/>
                </a:solidFill>
                <a:latin typeface="Calibri"/>
              </a:rPr>
              <a:t>To teach you — or to sell you something?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Your Turn — Try These!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8A7A"/>
                </a:solidFill>
                <a:latin typeface="Calibri"/>
              </a:rPr>
              <a:t>"solar system" planets filetype:pdf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Find school-style PDFs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8A7A"/>
                </a:solidFill>
                <a:latin typeface="Calibri"/>
              </a:rPr>
              <a:t>volcanoes AND eruption site:.edu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Only education sites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8A7A"/>
                </a:solidFill>
                <a:latin typeface="Calibri"/>
              </a:rPr>
              <a:t>frogs OR amphibians -poison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478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More results, skip poison frogs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788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8A7A"/>
                </a:solidFill>
                <a:latin typeface="Calibri"/>
              </a:rPr>
              <a:t>intitle:"water cycle" kids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079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6668"/>
                </a:solidFill>
                <a:latin typeface="Calibri"/>
              </a:rPr>
              <a:t>Title must say water 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20640"/>
            <a:ext cx="11247120" cy="1051560"/>
          </a:xfrm>
          <a:prstGeom prst="round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Remember: Smart searches = better answers. You’ve got this!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6668"/>
                </a:solidFill>
                <a:latin typeface="Calibri"/>
              </a:rPr>
              <a:t>Advanced Search Tips  ·  For Grade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E666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